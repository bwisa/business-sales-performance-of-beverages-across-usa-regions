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Sales Performance of Beverages Across USA Regions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Statement:</a:t>
            </a:r>
          </a:p>
          <a:p>
            <a:r>
              <a:t>Understanding sales trends, regional performance, and product contribution to improve revenue.</a:t>
            </a:r>
          </a:p>
          <a:p/>
          <a:p>
            <a:r>
              <a:t>Conclusion:</a:t>
            </a:r>
          </a:p>
          <a:p>
            <a:r>
              <a:t>Sales show strong end-year growth, with key regions and top performers driving revenue.</a:t>
            </a:r>
          </a:p>
        </p:txBody>
      </p:sp>
      <p:pic>
        <p:nvPicPr>
          <p:cNvPr id="4" name="Picture 3" descr="Screenshot 2026-04-27 at 21.12.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92486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r>
              <a:t>1. Strong revenue growth in Q4.</a:t>
            </a:r>
          </a:p>
          <a:p>
            <a:r>
              <a:t>2. North region leads in sales contribution.</a:t>
            </a:r>
          </a:p>
          <a:p>
            <a:r>
              <a:t>3. Baked goods and beverages dominate sales.</a:t>
            </a:r>
          </a:p>
          <a:p/>
          <a:p>
            <a:r>
              <a:t>Recommendations:</a:t>
            </a:r>
          </a:p>
          <a:p>
            <a:r>
              <a:t>- Strengthen underperforming regions.</a:t>
            </a:r>
          </a:p>
          <a:p>
            <a:r>
              <a:t>- Support mid-level sales staff.</a:t>
            </a:r>
          </a:p>
          <a:p>
            <a:r>
              <a:t>- Increase high-value transactions.</a:t>
            </a:r>
          </a:p>
        </p:txBody>
      </p:sp>
      <p:pic>
        <p:nvPicPr>
          <p:cNvPr id="4" name="Picture 3" descr="Screenshot 2026-04-27 at 21.12.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92486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&amp;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Problem:</a:t>
            </a:r>
          </a:p>
          <a:p>
            <a:r>
              <a:t>Uneven sales distribution across regions and staff.</a:t>
            </a:r>
          </a:p>
          <a:p/>
          <a:p>
            <a:r>
              <a:t>Decisions Supported:</a:t>
            </a:r>
          </a:p>
          <a:p>
            <a:r>
              <a:t>- Resource allocation by region</a:t>
            </a:r>
          </a:p>
          <a:p>
            <a:r>
              <a:t>- Sales team performance improvement</a:t>
            </a:r>
          </a:p>
          <a:p>
            <a:r>
              <a:t>- Product focus and expansion</a:t>
            </a:r>
          </a:p>
        </p:txBody>
      </p:sp>
      <p:pic>
        <p:nvPicPr>
          <p:cNvPr id="4" name="Picture 3" descr="Screenshot 2026-04-27 at 21.12.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92486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Approach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Source: Kaggle</a:t>
            </a:r>
          </a:p>
          <a:p>
            <a:r>
              <a:t>Tools: Excel, Pivot Tables</a:t>
            </a:r>
          </a:p>
          <a:p/>
          <a:p>
            <a:r>
              <a:t>Steps:</a:t>
            </a:r>
          </a:p>
          <a:p>
            <a:r>
              <a:t>- Created pivot tables for revenue by salesperson</a:t>
            </a:r>
          </a:p>
          <a:p>
            <a:r>
              <a:t>- Sorted sales performance</a:t>
            </a:r>
          </a:p>
          <a:p>
            <a:r>
              <a:t>- Analyzed category percentages</a:t>
            </a:r>
          </a:p>
          <a:p>
            <a:r>
              <a:t>- Compared sales reps performance</a:t>
            </a:r>
          </a:p>
          <a:p>
            <a:r>
              <a:t>- Cleaned data (removed blanks)</a:t>
            </a:r>
          </a:p>
        </p:txBody>
      </p:sp>
      <p:pic>
        <p:nvPicPr>
          <p:cNvPr id="4" name="Picture 3" descr="Screenshot 2026-04-27 at 21.12.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92486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Revenue peaks in June and December</a:t>
            </a:r>
          </a:p>
          <a:p>
            <a:r>
              <a:t>- Top 3 salespeople contribute majority of revenue</a:t>
            </a:r>
          </a:p>
          <a:p>
            <a:r>
              <a:t>- Majority sales are low-value transactions</a:t>
            </a:r>
          </a:p>
          <a:p>
            <a:r>
              <a:t>- Balanced but slightly North-dominant regional sales</a:t>
            </a:r>
          </a:p>
        </p:txBody>
      </p:sp>
      <p:pic>
        <p:nvPicPr>
          <p:cNvPr id="4" name="Picture 3" descr="Screenshot 2026-04-27 at 21.12.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92486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Train and support lower-performing sales staff</a:t>
            </a:r>
          </a:p>
          <a:p>
            <a:r>
              <a:t>- Expand high-performing product categories</a:t>
            </a:r>
          </a:p>
          <a:p>
            <a:r>
              <a:t>- Target growth in weaker regions</a:t>
            </a:r>
          </a:p>
          <a:p>
            <a:r>
              <a:t>- Encourage bulk/high-value purchases</a:t>
            </a:r>
          </a:p>
        </p:txBody>
      </p:sp>
      <p:pic>
        <p:nvPicPr>
          <p:cNvPr id="4" name="Picture 3" descr="Screenshot 2026-04-27 at 21.12.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924869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